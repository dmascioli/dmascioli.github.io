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6" r:id="rId1"/>
  </p:sldMasterIdLst>
  <p:notesMasterIdLst>
    <p:notesMasterId r:id="rId9"/>
  </p:notesMasterIdLst>
  <p:sldIdLst>
    <p:sldId id="256" r:id="rId2"/>
    <p:sldId id="262" r:id="rId3"/>
    <p:sldId id="261" r:id="rId4"/>
    <p:sldId id="260" r:id="rId5"/>
    <p:sldId id="258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5A445-2CE7-4CA6-AD93-8241942B287D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B5161-0099-4022-BD62-AA3742E0A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35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B5161-0099-4022-BD62-AA3742E0A2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27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97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026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5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89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00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014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84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65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39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754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716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8222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960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604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790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274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55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97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honeywellaidc.com/Hardware/en-us/Content/Computers/A700x/A700x_intro.html?TocPath=Voice%20Devices%7CA700%20and%20A700x%20Devices%7C_____0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dmascioli1223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0851-9090-34EC-49E1-CCB315CB4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Darren Mascioli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90BC1-50EE-1FD9-8CDA-3D9F6776F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Embedded Software Engineer</a:t>
            </a:r>
          </a:p>
          <a:p>
            <a:r>
              <a:rPr lang="en-US" dirty="0"/>
              <a:t>Career Overview</a:t>
            </a:r>
          </a:p>
        </p:txBody>
      </p:sp>
    </p:spTree>
    <p:extLst>
      <p:ext uri="{BB962C8B-B14F-4D97-AF65-F5344CB8AC3E}">
        <p14:creationId xmlns:p14="http://schemas.microsoft.com/office/powerpoint/2010/main" val="3303334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C75C4-18C8-EBDA-6657-AF11C1A6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University of Pittsburgh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D24D7-18AD-4AFF-45A3-290EEDB42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B.S. in Computer Engineering</a:t>
            </a:r>
          </a:p>
          <a:p>
            <a:r>
              <a:rPr lang="en-US" dirty="0"/>
              <a:t>Graduated Summa Cum Laude in December 2020</a:t>
            </a:r>
          </a:p>
          <a:p>
            <a:r>
              <a:rPr lang="en-US" dirty="0"/>
              <a:t>GPA: 3.822</a:t>
            </a:r>
          </a:p>
        </p:txBody>
      </p:sp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D4352919-B294-679E-3007-418A5E5CB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411" y="2097088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467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A229-9B7C-0910-A053-64C75E4FF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Fusion Systems: 2019 - 2020</a:t>
            </a:r>
            <a:br>
              <a:rPr lang="en-US" dirty="0"/>
            </a:br>
            <a:r>
              <a:rPr lang="en-US" dirty="0"/>
              <a:t>Embedded Software Co-Op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8BEE-B8AD-79A7-1090-EF5EF3D7E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5"/>
            <a:ext cx="4878389" cy="4114799"/>
          </a:xfrm>
        </p:spPr>
        <p:txBody>
          <a:bodyPr>
            <a:normAutofit fontScale="92500"/>
          </a:bodyPr>
          <a:lstStyle/>
          <a:p>
            <a:r>
              <a:rPr lang="en-US" sz="1600" dirty="0"/>
              <a:t>SSES Rail</a:t>
            </a:r>
          </a:p>
          <a:p>
            <a:pPr lvl="1"/>
            <a:r>
              <a:rPr lang="en-US" sz="1400" dirty="0"/>
              <a:t>Added support for new SPI flash memory module</a:t>
            </a:r>
          </a:p>
          <a:p>
            <a:pPr lvl="1"/>
            <a:r>
              <a:rPr lang="en-US" sz="1400" dirty="0"/>
              <a:t>1-Wire driver for temperature sensor</a:t>
            </a:r>
          </a:p>
          <a:p>
            <a:pPr lvl="1"/>
            <a:r>
              <a:rPr lang="en-US" sz="1400" dirty="0"/>
              <a:t>STM32 Processor</a:t>
            </a:r>
          </a:p>
          <a:p>
            <a:r>
              <a:rPr lang="en-US" sz="1600" dirty="0"/>
              <a:t>Boss Controls</a:t>
            </a:r>
          </a:p>
          <a:p>
            <a:pPr lvl="1"/>
            <a:r>
              <a:rPr lang="en-US" sz="1400" dirty="0"/>
              <a:t>Manufacturing OTA firmware update for multiple devices</a:t>
            </a:r>
          </a:p>
          <a:p>
            <a:pPr lvl="1"/>
            <a:r>
              <a:rPr lang="en-US" sz="1400" dirty="0"/>
              <a:t>ARM Processor</a:t>
            </a:r>
          </a:p>
          <a:p>
            <a:r>
              <a:rPr lang="en-US" sz="1600" dirty="0"/>
              <a:t>Mosebach Manufacturing</a:t>
            </a:r>
          </a:p>
          <a:p>
            <a:pPr lvl="1"/>
            <a:r>
              <a:rPr lang="en-US" sz="1400" dirty="0"/>
              <a:t>Automated load bank configuration algorithm</a:t>
            </a:r>
          </a:p>
          <a:p>
            <a:pPr lvl="1"/>
            <a:r>
              <a:rPr lang="en-US" sz="1400" dirty="0"/>
              <a:t>NXP Processor</a:t>
            </a:r>
          </a:p>
          <a:p>
            <a:r>
              <a:rPr lang="en-US" sz="1600" dirty="0"/>
              <a:t>Score-Clocks</a:t>
            </a:r>
          </a:p>
          <a:p>
            <a:pPr lvl="1"/>
            <a:r>
              <a:rPr lang="en-US" sz="1400" dirty="0"/>
              <a:t>C# web GUI to interface with serial hardware adapter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7568FE-2DD5-16B0-663D-5FE6CB4447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 rot="16200000">
            <a:off x="6401423" y="1578063"/>
            <a:ext cx="1928180" cy="25422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B0D700-4F38-530C-3566-D978182BB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3362" y="1885074"/>
            <a:ext cx="2542202" cy="1936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181E3A-9A69-E560-8A8E-EEFC3430C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731" y="4004468"/>
            <a:ext cx="2453124" cy="2453124"/>
          </a:xfrm>
          <a:prstGeom prst="rect">
            <a:avLst/>
          </a:prstGeom>
        </p:spPr>
      </p:pic>
      <p:pic>
        <p:nvPicPr>
          <p:cNvPr id="1026" name="Picture 2" descr="Mosebach Load Banks | Purchase Online | Salient">
            <a:extLst>
              <a:ext uri="{FF2B5EF4-FFF2-40B4-BE49-F238E27FC236}">
                <a16:creationId xmlns:a16="http://schemas.microsoft.com/office/drawing/2014/main" id="{E4BDD7E7-3527-22AA-A870-C90794DD9E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2" r="9323"/>
          <a:stretch>
            <a:fillRect/>
          </a:stretch>
        </p:blipFill>
        <p:spPr bwMode="auto">
          <a:xfrm>
            <a:off x="8928507" y="4004468"/>
            <a:ext cx="2271911" cy="245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463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4FE86-FF70-9E30-EA15-1A1C2FFD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Siemens Mobility: 2021 - 2022</a:t>
            </a:r>
            <a:br>
              <a:rPr lang="en-US" dirty="0"/>
            </a:br>
            <a:r>
              <a:rPr lang="en-US" dirty="0"/>
              <a:t>Engineering Development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E21DA-8403-59D5-BA86-321A78DC80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Automated Rail Rotation</a:t>
            </a:r>
          </a:p>
          <a:p>
            <a:pPr lvl="1"/>
            <a:r>
              <a:rPr lang="en-US" sz="2000" dirty="0"/>
              <a:t>Distributed rail dispatch system</a:t>
            </a:r>
          </a:p>
          <a:p>
            <a:pPr lvl="1"/>
            <a:r>
              <a:rPr lang="en-US" sz="2000" dirty="0"/>
              <a:t>Kubernetes, DevOps experience</a:t>
            </a:r>
          </a:p>
          <a:p>
            <a:r>
              <a:rPr lang="en-US" sz="2400" dirty="0"/>
              <a:t>PTC Software</a:t>
            </a:r>
          </a:p>
          <a:p>
            <a:pPr lvl="1"/>
            <a:r>
              <a:rPr lang="en-US" sz="2000" dirty="0"/>
              <a:t>C++ embedded software</a:t>
            </a:r>
          </a:p>
          <a:p>
            <a:r>
              <a:rPr lang="en-US" sz="2400" dirty="0"/>
              <a:t>Wayside Engineering</a:t>
            </a:r>
          </a:p>
          <a:p>
            <a:pPr lvl="1"/>
            <a:r>
              <a:rPr lang="en-US" sz="2000" dirty="0"/>
              <a:t>PCB layout</a:t>
            </a:r>
          </a:p>
          <a:p>
            <a:pPr lvl="1"/>
            <a:r>
              <a:rPr lang="en-US" sz="2000" dirty="0"/>
              <a:t>Arduino interrupts/timers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95F128-60F2-6EE4-EF88-4A8AC24A5D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538602" y="2397967"/>
            <a:ext cx="2944638" cy="27400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356C31-48F2-6EE3-40DD-9717872E3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590" y="2439499"/>
            <a:ext cx="3116375" cy="26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1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342485-6D33-0988-94B5-D6644195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Siemens Mobility: 2022 - 2024</a:t>
            </a:r>
            <a:br>
              <a:rPr lang="en-US" dirty="0"/>
            </a:br>
            <a:r>
              <a:rPr lang="en-US" dirty="0"/>
              <a:t>Onboard Software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EC2CA5-3F81-DF7E-123F-C971D14A34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ACSES: Advanced Civil Speed Enforcement System</a:t>
            </a:r>
          </a:p>
          <a:p>
            <a:pPr lvl="1"/>
            <a:r>
              <a:rPr lang="en-US" sz="2000" dirty="0"/>
              <a:t>NXP S12X processors</a:t>
            </a:r>
          </a:p>
          <a:p>
            <a:pPr lvl="1"/>
            <a:r>
              <a:rPr lang="en-US" sz="2000" dirty="0"/>
              <a:t>Motorola HC08 legacy processors</a:t>
            </a:r>
          </a:p>
          <a:p>
            <a:r>
              <a:rPr lang="en-US" sz="2400" dirty="0"/>
              <a:t>RTOS/Master loop code architecture</a:t>
            </a:r>
          </a:p>
          <a:p>
            <a:pPr lvl="1"/>
            <a:r>
              <a:rPr lang="en-US" sz="2000" dirty="0" err="1"/>
              <a:t>uCOS</a:t>
            </a:r>
            <a:r>
              <a:rPr lang="en-US" sz="2000" dirty="0"/>
              <a:t> w/ task priorities</a:t>
            </a:r>
          </a:p>
          <a:p>
            <a:pPr lvl="1"/>
            <a:r>
              <a:rPr lang="en-US" sz="2000" dirty="0"/>
              <a:t>Serial and ethernet communications</a:t>
            </a:r>
          </a:p>
        </p:txBody>
      </p:sp>
      <p:pic>
        <p:nvPicPr>
          <p:cNvPr id="1026" name="Picture 2" descr="What is ACSES?">
            <a:extLst>
              <a:ext uri="{FF2B5EF4-FFF2-40B4-BE49-F238E27FC236}">
                <a16:creationId xmlns:a16="http://schemas.microsoft.com/office/drawing/2014/main" id="{C92C0DCB-F075-65A4-8EA9-7CA7CAB84C2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8147" y="787831"/>
            <a:ext cx="3507972" cy="292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spect Display Unit (ADU)">
            <a:extLst>
              <a:ext uri="{FF2B5EF4-FFF2-40B4-BE49-F238E27FC236}">
                <a16:creationId xmlns:a16="http://schemas.microsoft.com/office/drawing/2014/main" id="{0D8D2B23-E1BE-A805-7855-7E5EFA011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118" y="4020344"/>
            <a:ext cx="1608581" cy="2386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ACSES?">
            <a:extLst>
              <a:ext uri="{FF2B5EF4-FFF2-40B4-BE49-F238E27FC236}">
                <a16:creationId xmlns:a16="http://schemas.microsoft.com/office/drawing/2014/main" id="{4AB426C5-54E8-45BE-BDE5-054855560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2" y="4020343"/>
            <a:ext cx="3358980" cy="2386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252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74FC-16C8-ED2B-0CF8-F29E61CB9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Honeywell: 2024 - Present</a:t>
            </a:r>
            <a:br>
              <a:rPr lang="en-US" dirty="0"/>
            </a:br>
            <a:r>
              <a:rPr lang="en-US" dirty="0"/>
              <a:t>Voice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3E68C-54BE-EDD8-AEE1-35D2D7B11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834128" cy="4351337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Embedded </a:t>
            </a:r>
            <a:r>
              <a:rPr lang="en-US" sz="2800" dirty="0" err="1"/>
              <a:t>Yocto</a:t>
            </a:r>
            <a:r>
              <a:rPr lang="en-US" sz="2800" dirty="0"/>
              <a:t> Linux</a:t>
            </a:r>
          </a:p>
          <a:p>
            <a:pPr lvl="1"/>
            <a:r>
              <a:rPr lang="en-US" sz="2400" dirty="0"/>
              <a:t>Custom Linux services</a:t>
            </a:r>
          </a:p>
          <a:p>
            <a:pPr lvl="2"/>
            <a:r>
              <a:rPr lang="en-US" sz="2000" dirty="0"/>
              <a:t>Wi-Fi authentication &amp; roaming</a:t>
            </a:r>
          </a:p>
          <a:p>
            <a:pPr lvl="2"/>
            <a:r>
              <a:rPr lang="en-US" sz="2000" dirty="0"/>
              <a:t>Power optimization</a:t>
            </a:r>
          </a:p>
          <a:p>
            <a:pPr lvl="1"/>
            <a:r>
              <a:rPr lang="en-US" sz="2400" dirty="0"/>
              <a:t>Sensor interaction</a:t>
            </a:r>
          </a:p>
          <a:p>
            <a:pPr lvl="2"/>
            <a:r>
              <a:rPr lang="en-US" sz="2000" dirty="0"/>
              <a:t>Drop Detect</a:t>
            </a:r>
          </a:p>
          <a:p>
            <a:pPr lvl="2"/>
            <a:r>
              <a:rPr lang="en-US" sz="2000" dirty="0"/>
              <a:t>Battery monitor</a:t>
            </a:r>
          </a:p>
          <a:p>
            <a:pPr lvl="1"/>
            <a:r>
              <a:rPr lang="en-US" sz="2200" dirty="0"/>
              <a:t>Kernel debugging</a:t>
            </a:r>
          </a:p>
          <a:p>
            <a:pPr lvl="2"/>
            <a:r>
              <a:rPr lang="en-US" sz="2000" dirty="0"/>
              <a:t>ALSA drivers</a:t>
            </a:r>
          </a:p>
          <a:p>
            <a:r>
              <a:rPr lang="en-US" sz="2400" dirty="0"/>
              <a:t>GitHub Actions CI/CD</a:t>
            </a:r>
          </a:p>
          <a:p>
            <a:pPr lvl="1"/>
            <a:r>
              <a:rPr lang="en-US" sz="2200" dirty="0"/>
              <a:t>Automated build &amp; release system</a:t>
            </a:r>
          </a:p>
          <a:p>
            <a:pPr lvl="1"/>
            <a:endParaRPr lang="en-US" sz="2200" dirty="0"/>
          </a:p>
          <a:p>
            <a:endParaRPr lang="en-US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A792D546-8BF3-C8A1-FCF3-4EE957EB42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41702" y="1466196"/>
            <a:ext cx="3647619" cy="2266667"/>
          </a:xfrm>
        </p:spPr>
      </p:pic>
      <p:pic>
        <p:nvPicPr>
          <p:cNvPr id="2050" name="Picture 2" descr="Voice SRX3 Wireless Headset | Honeywell">
            <a:extLst>
              <a:ext uri="{FF2B5EF4-FFF2-40B4-BE49-F238E27FC236}">
                <a16:creationId xmlns:a16="http://schemas.microsoft.com/office/drawing/2014/main" id="{5E1AADE4-DD88-D3BA-589B-C345D2344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702" y="4004468"/>
            <a:ext cx="3647619" cy="242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568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A3EE1-2C57-C33C-0C6D-53592294D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Darren Mascioli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B1CA656-B89B-4744-80B0-3AB68E7900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dmascioli1223@gmail.com</a:t>
            </a:r>
            <a:r>
              <a:rPr lang="en-US" dirty="0"/>
              <a:t> </a:t>
            </a:r>
          </a:p>
          <a:p>
            <a:r>
              <a:rPr lang="en-US" dirty="0"/>
              <a:t>908-456-2123</a:t>
            </a:r>
          </a:p>
          <a:p>
            <a:r>
              <a:rPr lang="en-US" dirty="0"/>
              <a:t>Dmascioli.github.io </a:t>
            </a:r>
          </a:p>
        </p:txBody>
      </p:sp>
    </p:spTree>
    <p:extLst>
      <p:ext uri="{BB962C8B-B14F-4D97-AF65-F5344CB8AC3E}">
        <p14:creationId xmlns:p14="http://schemas.microsoft.com/office/powerpoint/2010/main" val="6308120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3288</TotalTime>
  <Words>214</Words>
  <Application>Microsoft Office PowerPoint</Application>
  <PresentationFormat>Widescreen</PresentationFormat>
  <Paragraphs>53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Tw Cen MT</vt:lpstr>
      <vt:lpstr>Circuit</vt:lpstr>
      <vt:lpstr>Darren Mascioli</vt:lpstr>
      <vt:lpstr>University of Pittsburgh </vt:lpstr>
      <vt:lpstr>Bridge Fusion Systems: 2019 - 2020 Embedded Software Co-Op</vt:lpstr>
      <vt:lpstr>Siemens Mobility: 2021 - 2022 Engineering Development Program</vt:lpstr>
      <vt:lpstr>Siemens Mobility: 2022 - 2024 Onboard Software</vt:lpstr>
      <vt:lpstr>Honeywell: 2024 - Present Voice Hardware</vt:lpstr>
      <vt:lpstr>Darren Mascioli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Mascioli</dc:creator>
  <cp:lastModifiedBy>Darren Mascioli</cp:lastModifiedBy>
  <cp:revision>3</cp:revision>
  <dcterms:created xsi:type="dcterms:W3CDTF">2026-02-02T19:12:40Z</dcterms:created>
  <dcterms:modified xsi:type="dcterms:W3CDTF">2026-02-06T01:36:09Z</dcterms:modified>
</cp:coreProperties>
</file>